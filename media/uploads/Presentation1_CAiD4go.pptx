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A7F7A-2660-CF5D-76A7-E74D04563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3C6E5-A9E1-E158-F647-47A9DBDA7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EB850-1900-9CE7-96CD-4AAD31BF7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6EDF-D19C-1A1C-9180-F4CFD700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95FC1-DFDF-70A9-C33F-4869D88C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7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825A7-3960-E28F-198D-6652ADB6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A3493-89E0-1C83-F897-4881E6714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75384-C993-F19D-7F57-B6F3E457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68E51-98A0-4F80-524A-F47BD12C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68FF-8961-B392-1B86-E5054BCB8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6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57D8-C107-CB2E-5A0E-554BC75A7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51C66-867D-EF2D-EBE7-27723855F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4F8FC-E899-EAEE-F767-10056B87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3D164-EEE9-7EDD-6AE0-6281CC4C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D134F-BEE4-E3AB-F12A-7690E36C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2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2C42A-E0EB-2AB0-B7F1-638993EA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1B2BD-BBDA-1EB3-70B6-C8C54892E3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9A40D-2955-4208-86FE-1791CBF6F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F4B38-EF0A-7758-E80D-05142194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62D06-D24A-5846-CE2B-8DE3BF77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DD542-5453-A7F1-F17E-8B70635F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12DF-9A8E-9BC3-5EB6-B1F7BADF0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B03E2-E7C6-5B89-2977-83E0B5EB9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2D83C-09F1-8F7C-06F2-249BFDDDF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FCE6D-2DBF-5BC0-D55E-E59AD1F5A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5D9D2-DDB3-7B6B-1BA1-97B92C991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90FDAA-DDE8-16F1-70CC-16567A00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7C4A2-2046-66B3-D8A8-FF5B86D4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FACE1-2AB8-26C5-98A6-DEE54E10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0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C619-7C8D-DB14-B7CB-CC5762577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CF9B2D-EF3E-BF9F-AFC9-2B2BBF1E4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5D478-9361-5B70-AD31-91A1E6B0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B3181-2175-EFA4-DCF6-476AC8F9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09EB2-4E75-540E-FB62-412A1BE91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8F9691-24DB-88C1-2285-3367B301A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52784-AAC6-0834-BEB3-DFEA435A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3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FAAC-769A-A310-2C6A-B098F9CC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618F-0F8A-799C-CCE6-C1EE8B305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B057E-0D20-9671-012E-9FE1481D6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01-37A4-61F3-9701-1DAE32190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9E0EC-5CCF-D314-0E1C-C4DD9CAE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2FE43-F460-6481-ECB8-A1E6B916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5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954E-F155-25EB-23BA-5D30FE34F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23568-0167-5DF6-D0B8-460276DC5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FCC73-D400-D467-EBCF-9846E95B1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F117B-C794-DCA1-A733-9A4635F42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D7474-3E5D-C6F9-FAB3-C8C8162FD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B39CF-4910-F999-7159-F61CB7E3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1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CB1C-89C6-741C-DBA4-1E0885FF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F1C6F-20D4-99D3-37EE-F914560EA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014C8-7925-19A0-C237-946AB4B37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D4F70-9EB7-9E4E-DFF5-86AB5675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A4DD0-2820-7FBC-A138-F9AFADBD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66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E5F635-091D-9EA0-3D90-8BB258BE5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71CB2-A9ED-DA2B-BA1C-72AEE5B5D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0A65F-2996-C48C-6CE3-A98873F7C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C3745-887F-66DA-6B95-B8481D9A7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B0B62-035A-4151-3003-87679217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00E0AD-7128-4084-84CB-9C61EA46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FCCFE-494D-AACC-DE98-B64BF9924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0D266-B224-5BC8-4AAA-6A3DA8D3C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1F7B9-78F9-41BA-A314-B4568E4CB005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D2B95-656C-CAD5-55FE-7C39F8ED2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8DFC0-101A-B3B0-7974-B79535197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10550-5E1A-422C-9E09-FC64BAD1B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2.pn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52253B-1A2D-30A8-C9F9-106932FB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4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53DE4-5759-1D74-08DA-E4527DC709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E0735-6549-D80B-4AFD-F5F025D10F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B18B1-010D-5A63-C4AA-38A0B791C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9A7D3C-EBD0-43B9-047C-9875A3F44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00" y="150000"/>
            <a:ext cx="109728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103BFB-84D8-64A2-69D0-732EF74FC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00" y="300000"/>
            <a:ext cx="109728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1D815C-5BF1-0372-FEAB-31E85F6956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00" y="45000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8365E6-CBB3-781A-CB53-5FFABAB3F5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000" y="600000"/>
            <a:ext cx="6858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095B46-D3E9-7D88-27C4-BE65AB3151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000" y="750000"/>
            <a:ext cx="6858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70B68F-CBFB-C14B-66B3-8D7B8F1072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571" y="900000"/>
            <a:ext cx="3918857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3216CA-2E7A-8CB7-D2BF-88C05F767E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000" y="1050000"/>
            <a:ext cx="6858000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CADC12A-A5AE-1E3D-7498-8CFE29D53A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000" y="120000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DA60AF9-C519-FC12-5457-DEAAF7CA9B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000" y="1803986"/>
            <a:ext cx="12192000" cy="59500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D41A28-0573-0D51-A376-C9DB6AF1BC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485" y="1500000"/>
            <a:ext cx="10267029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D9923DE-BD23-4E44-288F-4E981578E0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500" y="1650000"/>
            <a:ext cx="10287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D980DF9-F07A-185A-3CFC-E184DE2439E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967" y="1800000"/>
            <a:ext cx="10286066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795D18F-BAD2-CF1D-14FB-EA166321BD8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39" y="1950000"/>
            <a:ext cx="10137321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516EF3E-F1B4-3BD7-FA0A-30AB04816EA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00" y="1373468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4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E4F5F-55E3-C89F-5B2A-80ED6BC93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27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558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407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284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609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1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867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029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222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968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008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54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464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159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020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321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935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755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428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Shainal Badusha</dc:creator>
  <cp:lastModifiedBy>Shainal Badusha</cp:lastModifiedBy>
  <cp:revision>1</cp:revision>
  <dcterms:created xsi:type="dcterms:W3CDTF">2025-12-25T14:28:26Z</dcterms:created>
  <dcterms:modified xsi:type="dcterms:W3CDTF">2025-12-25T14:31:17Z</dcterms:modified>
</cp:coreProperties>
</file>